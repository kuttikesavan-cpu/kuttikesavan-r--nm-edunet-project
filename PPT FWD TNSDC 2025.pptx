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9143861" cy="685789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1023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</inkml:channelProperties>
      </inkml:inkSource>
      <inkml:timestamp xml:id="ts0" timeString="2025-08-26T12:54:04"/>
    </inkml:context>
    <inkml:brush xml:id="br0">
      <inkml:brushProperty name="width" value="0.07054674" units="cm"/>
      <inkml:brushProperty name="height" value="0.07054674" units="cm"/>
      <inkml:brushProperty name="fitToCurve" value="1"/>
      <inkml:brushProperty name="color" value="#000000"/>
    </inkml:brush>
  </inkml:definitions>
  <inkml:annotation type="path"> 0 0 1, 29 29 1, 59 59 1</inkml:annotation>
  <inkml:annotation type="data">ACUcA4CABAAAAAAAHQIsLAMJRN2SygdFaUgREfb6PEIKBQOCYIJg
</inkml:annotation>
  <inkml:annotation type="types">AAEB
</inkml:annotation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1023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</inkml:channelProperties>
      </inkml:inkSource>
      <inkml:timestamp xml:id="ts0" timeString="2025-08-26T12:54:04"/>
    </inkml:context>
    <inkml:brush xml:id="br0">
      <inkml:brushProperty name="width" value="0.07054674" units="cm"/>
      <inkml:brushProperty name="height" value="0.07054674" units="cm"/>
      <inkml:brushProperty name="fitToCurve" value="1"/>
      <inkml:brushProperty name="color" value="#000000"/>
    </inkml:brush>
  </inkml:definitions>
  <inkml:annotation type="path"> 0 0 1, 29 29 1, 59 59 1</inkml:annotation>
  <inkml:annotation type="data">ACUcA4CABAAAAAAAHQIsLAMJRN2SygdFaUgREfb6PEIKBQOCYIJg
</inkml:annotation>
  <inkml:annotation type="types">AAEB
</inkml:annotation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Text box"/>
          <p:cNvSpPr>
            <a:spLocks noGrp="1"/>
          </p:cNvSpPr>
          <p:nvPr>
            <p:ph type="dt" idx="1"/>
          </p:nvPr>
        </p:nvSpPr>
        <p:spPr>
          <a:xfrm rot="0">
            <a:off x="6905625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8/26/2025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4" name="Text box"/>
          <p:cNvSpPr>
            <a:spLocks noGrp="1"/>
          </p:cNvSpPr>
          <p:nvPr>
            <p:ph type="body" idx="3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5" name="Text box"/>
          <p:cNvSpPr>
            <a:spLocks noGrp="1"/>
          </p:cNvSpPr>
          <p:nvPr>
            <p:ph type="ftr" idx="4"/>
          </p:nvPr>
        </p:nvSpPr>
        <p:spPr>
          <a:xfrm rot="0">
            <a:off x="0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342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" name="Object"/>
          <p:cNvSpPr>
            <a:spLocks noGrp="1" noChangeAspect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6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01441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98133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3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13870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9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1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16867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181413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1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545417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7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147433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765269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7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4884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3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980132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7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86177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8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9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4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86866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064395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3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514725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0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1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6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8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g"/><Relationship Id="rId3" Type="http://schemas.openxmlformats.org/officeDocument/2006/relationships/image" Target="../media/2.jpg"/><Relationship Id="rId4" Type="http://schemas.openxmlformats.org/officeDocument/2006/relationships/image" Target="../media/3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g"/><Relationship Id="rId3" Type="http://schemas.openxmlformats.org/officeDocument/2006/relationships/image" Target="../media/2.jpg"/><Relationship Id="rId4" Type="http://schemas.openxmlformats.org/officeDocument/2006/relationships/image" Target="../media/3.jp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245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07097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514932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6678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86815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724099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8919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46625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37185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19777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798337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130117" y="1422400"/>
            <a:ext cx="4051300" cy="340042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0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9" name="Image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8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37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36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5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4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3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2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1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0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9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6" name="Text box"/>
          <p:cNvSpPr>
            <a:spLocks noGrp="1"/>
          </p:cNvSpPr>
          <p:nvPr>
            <p:ph type="dt" idx="10"/>
          </p:nvPr>
        </p:nvSpPr>
        <p:spPr>
          <a:xfrm rot="0">
            <a:off x="618066" y="6245225"/>
            <a:ext cx="2887133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>
                <a:latin typeface="Droid Sans" pitchFamily="0" charset="0"/>
                <a:ea typeface="宋体" pitchFamily="0" charset="0"/>
                <a:cs typeface="Droid Sans" pitchFamily="0" charset="0"/>
              </a:rPr>
              <a:t>Date/Time</a:t>
            </a:r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27" name="Text box"/>
          <p:cNvSpPr>
            <a:spLocks noGrp="1"/>
          </p:cNvSpPr>
          <p:nvPr>
            <p:ph type="ftr" idx="11"/>
          </p:nvPr>
        </p:nvSpPr>
        <p:spPr>
          <a:xfrm rot="0">
            <a:off x="4226983" y="6245225"/>
            <a:ext cx="3917950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28" name="Text box"/>
          <p:cNvSpPr>
            <a:spLocks noGrp="1"/>
          </p:cNvSpPr>
          <p:nvPr>
            <p:ph type="sldNum" idx="12"/>
          </p:nvPr>
        </p:nvSpPr>
        <p:spPr>
          <a:xfrm rot="0">
            <a:off x="8866717" y="6245225"/>
            <a:ext cx="2696632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&lt;#&gt;</a:t>
            </a:fld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415047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130117" y="1422400"/>
            <a:ext cx="4051300" cy="340042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35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34" name="Image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33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232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231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30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9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8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7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6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5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24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19" name="Text box"/>
          <p:cNvSpPr>
            <a:spLocks noGrp="1"/>
          </p:cNvSpPr>
          <p:nvPr>
            <p:ph type="title"/>
          </p:nvPr>
        </p:nvSpPr>
        <p:spPr>
          <a:xfrm rot="0">
            <a:off x="609600" y="273050"/>
            <a:ext cx="10977034" cy="11445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0" name="Text box"/>
          <p:cNvSpPr>
            <a:spLocks noGrp="1"/>
          </p:cNvSpPr>
          <p:nvPr>
            <p:ph type="body" idx="1"/>
          </p:nvPr>
        </p:nvSpPr>
        <p:spPr>
          <a:xfrm rot="0">
            <a:off x="609600" y="1601787"/>
            <a:ext cx="10977034" cy="45291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1" name="Text box"/>
          <p:cNvSpPr>
            <a:spLocks noGrp="1"/>
          </p:cNvSpPr>
          <p:nvPr>
            <p:ph type="dt" idx="10"/>
          </p:nvPr>
        </p:nvSpPr>
        <p:spPr>
          <a:xfrm rot="0">
            <a:off x="618066" y="6245225"/>
            <a:ext cx="2887133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>
                <a:latin typeface="Droid Sans" pitchFamily="0" charset="0"/>
                <a:ea typeface="宋体" pitchFamily="0" charset="0"/>
                <a:cs typeface="Droid Sans" pitchFamily="0" charset="0"/>
              </a:rPr>
              <a:t>Date/Time</a:t>
            </a:r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222" name="Text box"/>
          <p:cNvSpPr>
            <a:spLocks noGrp="1"/>
          </p:cNvSpPr>
          <p:nvPr>
            <p:ph type="ftr" idx="11"/>
          </p:nvPr>
        </p:nvSpPr>
        <p:spPr>
          <a:xfrm rot="0">
            <a:off x="4226983" y="6245225"/>
            <a:ext cx="3917950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223" name="Text box"/>
          <p:cNvSpPr>
            <a:spLocks noGrp="1"/>
          </p:cNvSpPr>
          <p:nvPr>
            <p:ph type="sldNum" idx="12"/>
          </p:nvPr>
        </p:nvSpPr>
        <p:spPr>
          <a:xfrm rot="0">
            <a:off x="8866717" y="6245225"/>
            <a:ext cx="2696632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&lt;#&gt;</a:t>
            </a:fld>
            <a:endParaRPr lang="zh-CN" altLang="en-US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56449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jpg"/><Relationship Id="rId2" Type="http://schemas.openxmlformats.org/officeDocument/2006/relationships/image" Target="../media/2.jpg"/><Relationship Id="rId3" Type="http://schemas.openxmlformats.org/officeDocument/2006/relationships/image" Target="../media/3.jp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130117" y="1422400"/>
            <a:ext cx="4051300" cy="340042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" name="Text box"/>
          <p:cNvSpPr>
            <a:spLocks noGrp="1"/>
          </p:cNvSpPr>
          <p:nvPr>
            <p:ph type="title"/>
          </p:nvPr>
        </p:nvSpPr>
        <p:spPr>
          <a:xfrm rot="0">
            <a:off x="609600" y="273050"/>
            <a:ext cx="10977034" cy="11445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idx="1"/>
          </p:nvPr>
        </p:nvSpPr>
        <p:spPr>
          <a:xfrm rot="0">
            <a:off x="609600" y="1601787"/>
            <a:ext cx="10977034" cy="45291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zh-CN" altLang="en-US"/>
              <a:t>单击此处编辑母版样式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  <a:p>
            <a:pPr lvl="4"/>
            <a:r>
              <a:rPr lang="zh-CN" altLang="en-US"/>
              <a:t>第六级</a:t>
            </a:r>
            <a:endParaRPr lang="en-US" altLang="zh-CN"/>
          </a:p>
          <a:p>
            <a:pPr lvl="4"/>
            <a:r>
              <a:rPr lang="zh-CN" altLang="en-US"/>
              <a:t>第七级</a:t>
            </a:r>
            <a:endParaRPr lang="en-US" altLang="zh-CN"/>
          </a:p>
          <a:p>
            <a:pPr lvl="4"/>
            <a:r>
              <a:rPr lang="zh-CN" altLang="en-US"/>
              <a:t>第八级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/>
          </p:nvPr>
        </p:nvSpPr>
        <p:spPr>
          <a:xfrm rot="0">
            <a:off x="618066" y="6245225"/>
            <a:ext cx="2887133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 upright="1">
            <a:prstTxWarp prst="textNoShape"/>
          </a:bodyPr>
          <a:lstStyle/>
          <a:p>
            <a:pPr marL="0" indent="0"/>
            <a:r>
              <a:rPr lang="en-US" altLang="zh-CN" sz="1400">
                <a:latin typeface="Droid Sans" pitchFamily="0" charset="0"/>
                <a:ea typeface="宋体" pitchFamily="0" charset="0"/>
                <a:cs typeface="Droid Sans" pitchFamily="0" charset="0"/>
              </a:rPr>
              <a:t>Date/Time</a:t>
            </a:r>
            <a:endParaRPr lang="zh-CN" altLang="en-US" sz="14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ftr"/>
          </p:nvPr>
        </p:nvSpPr>
        <p:spPr>
          <a:xfrm rot="0">
            <a:off x="4226983" y="6245225"/>
            <a:ext cx="3917950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 upright="1">
            <a:prstTxWarp prst="textNoShape"/>
          </a:bodyPr>
          <a:lstStyle/>
          <a:p>
            <a:pPr marL="0" indent="0" algn="ctr"/>
            <a:endParaRPr lang="zh-CN" altLang="en-US" sz="14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sldNum"/>
          </p:nvPr>
        </p:nvSpPr>
        <p:spPr>
          <a:xfrm rot="0">
            <a:off x="8866717" y="6245225"/>
            <a:ext cx="2696632" cy="476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 upright="1">
            <a:prstTxWarp prst="textNoShape"/>
          </a:bodyPr>
          <a:lstStyle/>
          <a:p>
            <a:pPr marL="0" indent="0"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Lucida Sans" pitchFamily="0" charset="0"/>
              </a:rPr>
              <a:t>&lt;#&gt;</a:t>
            </a:fld>
            <a:endParaRPr lang="zh-CN" altLang="en-US" sz="14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pic>
        <p:nvPicPr>
          <p:cNvPr id="8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9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11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12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3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4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5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6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7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8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9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2640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sldNum="0" hdr="0" ftr="0" dt="0"/>
  <p:txStyles>
    <p:titleStyle>
      <a:lvl1pPr marL="0" indent="0" algn="ctr" defTabSz="914400" eaLnBrk="1" fontAlgn="base" latinLnBrk="0" hangingPunct="0">
        <a:lnSpc>
          <a:spcPct val="100000"/>
        </a:lnSpc>
        <a:spcBef>
          <a:spcPts val="0"/>
        </a:spcBef>
        <a:spcAft>
          <a:spcPts val="0"/>
        </a:spcAft>
        <a:buNone/>
        <a:defRPr sz="4800" b="0" i="0" u="none" baseline="0">
          <a:solidFill>
            <a:schemeClr val="tx2"/>
          </a:solidFill>
          <a:latin typeface="Times New Roman" pitchFamily="18" charset="0"/>
          <a:ea typeface="宋体" pitchFamily="0" charset="0"/>
          <a:cs typeface="Times New Roman" pitchFamily="18" charset="0"/>
        </a:defRPr>
      </a:lvl1pPr>
    </p:titleStyle>
    <p:bodyStyle>
      <a:lvl1pPr marL="342900" indent="-3429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32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1pPr>
      <a:lvl2pPr marL="742950" indent="-28575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–"/>
        <a:defRPr sz="28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2pPr>
      <a:lvl3pPr marL="11430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4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3pPr>
      <a:lvl4pPr marL="16002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–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4pPr>
      <a:lvl5pPr marL="20574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5pPr>
      <a:lvl6pPr marL="20574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6pPr>
      <a:lvl7pPr marL="20574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7pPr>
      <a:lvl8pPr marL="20574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8pPr>
      <a:lvl9pPr marL="2057400" indent="-228600" algn="l" defTabSz="914400" eaLnBrk="1" fontAlgn="base" latinLnBrk="0" hangingPunct="0">
        <a:lnSpc>
          <a:spcPct val="100000"/>
        </a:lnSpc>
        <a:spcBef>
          <a:spcPct val="20000"/>
        </a:spcBef>
        <a:spcAft>
          <a:spcPts val="0"/>
        </a:spcAft>
        <a:buSzPct val="100000"/>
        <a:buFont typeface="宋体" pitchFamily="0" charset="0"/>
        <a:buChar char="•"/>
        <a:defRPr sz="2000" b="0" i="0" u="none" baseline="0">
          <a:solidFill>
            <a:schemeClr val="tx1"/>
          </a:solidFill>
          <a:latin typeface="Times New Roman" pitchFamily="18" charset="0"/>
          <a:ea typeface="宋体" pitchFamily="0" charset="0"/>
          <a:cs typeface="Times New Roman" pitchFamily="18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image" Target="../media/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image" Target="../media/9.jp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0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ustomXml" Target="../ink/ink1.xml"/><Relationship Id="rId2" Type="http://schemas.openxmlformats.org/officeDocument/2006/relationships/customXml" Target="../ink/ink2.xml"/><Relationship Id="rId3" Type="http://schemas.openxmlformats.org/officeDocument/2006/relationships/image" Target="../media/11.jp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12.jp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"/>
          <p:cNvSpPr>
            <a:spLocks noGrp="1"/>
          </p:cNvSpPr>
          <p:nvPr>
            <p:ph type="ctrTitle"/>
          </p:nvPr>
        </p:nvSpPr>
        <p:spPr>
          <a:xfrm rot="0">
            <a:off x="1523999" y="19665"/>
            <a:ext cx="7629525" cy="9880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3213735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0" baseline="0">
                <a:solidFill>
                  <a:srgbClr val="0F0F0F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Digital Portfolio </a:t>
            </a:r>
            <a:br>
              <a:rPr lang="zh-CN" altLang="en-US" sz="3200" b="1" i="0" u="none" strike="noStrike" kern="0" cap="none" spc="0" baseline="0">
                <a:solidFill>
                  <a:srgbClr val="0F0F0F"/>
                </a:solidFill>
                <a:latin typeface="Roboto" pitchFamily="2" charset="0"/>
                <a:ea typeface="宋体" pitchFamily="0" charset="0"/>
                <a:cs typeface="Trebuchet MS" pitchFamily="0" charset="0"/>
              </a:rPr>
            </a:br>
            <a:endParaRPr lang="zh-CN" altLang="en-US" sz="3200" b="0" i="0" u="none" strike="noStrike" kern="0" cap="none" spc="15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43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4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45" name="Rectangle"/>
          <p:cNvSpPr>
            <a:spLocks/>
          </p:cNvSpPr>
          <p:nvPr/>
        </p:nvSpPr>
        <p:spPr>
          <a:xfrm rot="0">
            <a:off x="762019" y="2971255"/>
            <a:ext cx="9315067" cy="22631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STUDENT NAME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R.Kuttikesavan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REGISTER NO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:2422k2210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NMID: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26FA777A785A3779DB942C6B5C86476F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DEPARTMENT: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B.sc(Computer science)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COLLEGE: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Puratchi Thalavi Amma  Government Arts And Science College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90568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59" name="Text box"/>
          <p:cNvSpPr>
            <a:spLocks noGrp="1"/>
          </p:cNvSpPr>
          <p:nvPr>
            <p:ph type="title"/>
          </p:nvPr>
        </p:nvSpPr>
        <p:spPr>
          <a:xfrm rot="0">
            <a:off x="739774" y="829626"/>
            <a:ext cx="3909695" cy="6642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1" i="0" u="none" strike="noStrike" kern="0" cap="none" spc="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PROJECT</a:t>
            </a:r>
            <a:r>
              <a:rPr lang="en-US" altLang="zh-CN" sz="4250" b="1" i="0" u="none" strike="noStrike" kern="0" cap="none" spc="-8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4250" b="1" i="0" u="none" strike="noStrike" kern="0" cap="none" spc="2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TITLE</a:t>
            </a:r>
            <a:endParaRPr lang="zh-CN" altLang="en-US" sz="425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grpSp>
        <p:nvGrpSpPr>
          <p:cNvPr id="62" name="Combination"/>
          <p:cNvGrpSpPr>
            <a:grpSpLocks/>
          </p:cNvGrpSpPr>
          <p:nvPr/>
        </p:nvGrpSpPr>
        <p:grpSpPr>
          <a:xfrm>
            <a:off x="466725" y="6410325"/>
            <a:ext cx="3705224" cy="295275"/>
            <a:chOff x="466725" y="6410325"/>
            <a:chExt cx="3705224" cy="295275"/>
          </a:xfrm>
        </p:grpSpPr>
        <p:pic>
          <p:nvPicPr>
            <p:cNvPr id="60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676275" y="6467475"/>
              <a:ext cx="2143125" cy="20002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61" name="Image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466725" y="6410325"/>
              <a:ext cx="3705224" cy="2952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63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2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64" name="Rectangle" descr="*#TXT_SIGN#*"/>
          <p:cNvSpPr>
            <a:spLocks/>
          </p:cNvSpPr>
          <p:nvPr/>
        </p:nvSpPr>
        <p:spPr>
          <a:xfrm rot="21593984">
            <a:off x="1755592" y="1809010"/>
            <a:ext cx="7559882" cy="3238500"/>
          </a:xfrm>
          <a:prstGeom prst="rect"/>
          <a:noFill/>
          <a:ln w="254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Digital </a:t>
            </a:r>
            <a:r>
              <a:rPr lang="en-US" altLang="zh-CN" sz="6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Portfolio </a:t>
            </a:r>
            <a:endParaRPr lang="zh-CN" altLang="en-US" sz="6800" b="1" i="0" u="none" strike="noStrike" kern="1200" cap="none" spc="0" baseline="0">
              <a:solidFill>
                <a:srgbClr val="000000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41281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77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78" name="曲线"/>
          <p:cNvSpPr>
            <a:spLocks/>
          </p:cNvSpPr>
          <p:nvPr/>
        </p:nvSpPr>
        <p:spPr>
          <a:xfrm rot="0">
            <a:off x="7362825" y="447674"/>
            <a:ext cx="361950" cy="3619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7928" y="385"/>
                </a:lnTo>
                <a:lnTo>
                  <a:pt x="5349" y="1474"/>
                </a:lnTo>
                <a:lnTo>
                  <a:pt x="3158" y="3161"/>
                </a:lnTo>
                <a:lnTo>
                  <a:pt x="1473" y="5347"/>
                </a:lnTo>
                <a:lnTo>
                  <a:pt x="383" y="7928"/>
                </a:lnTo>
                <a:lnTo>
                  <a:pt x="0" y="10800"/>
                </a:lnTo>
                <a:lnTo>
                  <a:pt x="383" y="13671"/>
                </a:lnTo>
                <a:lnTo>
                  <a:pt x="1473" y="16250"/>
                </a:lnTo>
                <a:lnTo>
                  <a:pt x="3158" y="18436"/>
                </a:lnTo>
                <a:lnTo>
                  <a:pt x="5349" y="20124"/>
                </a:lnTo>
                <a:lnTo>
                  <a:pt x="7928" y="21214"/>
                </a:lnTo>
                <a:lnTo>
                  <a:pt x="10800" y="21600"/>
                </a:lnTo>
                <a:lnTo>
                  <a:pt x="13668" y="21214"/>
                </a:lnTo>
                <a:lnTo>
                  <a:pt x="16250" y="20124"/>
                </a:lnTo>
                <a:lnTo>
                  <a:pt x="18435" y="18436"/>
                </a:lnTo>
                <a:lnTo>
                  <a:pt x="20124" y="16250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8"/>
                </a:lnTo>
                <a:lnTo>
                  <a:pt x="20124" y="5347"/>
                </a:lnTo>
                <a:lnTo>
                  <a:pt x="18435" y="3161"/>
                </a:lnTo>
                <a:lnTo>
                  <a:pt x="16250" y="1474"/>
                </a:lnTo>
                <a:lnTo>
                  <a:pt x="13668" y="385"/>
                </a:lnTo>
                <a:lnTo>
                  <a:pt x="10800" y="0"/>
                </a:lnTo>
                <a:close/>
              </a:path>
            </a:pathLst>
          </a:custGeom>
          <a:solidFill>
            <a:srgbClr val="EBEBEB"/>
          </a:solidFill>
          <a:ln cmpd="sng" cap="flat">
            <a:noFill/>
            <a:prstDash val="solid"/>
            <a:miter/>
          </a:ln>
        </p:spPr>
      </p:sp>
      <p:sp>
        <p:nvSpPr>
          <p:cNvPr id="79" name="曲线"/>
          <p:cNvSpPr>
            <a:spLocks/>
          </p:cNvSpPr>
          <p:nvPr/>
        </p:nvSpPr>
        <p:spPr>
          <a:xfrm rot="0">
            <a:off x="11010900" y="5610225"/>
            <a:ext cx="647699" cy="6477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9203" y="117"/>
                </a:lnTo>
                <a:lnTo>
                  <a:pt x="7681" y="455"/>
                </a:lnTo>
                <a:lnTo>
                  <a:pt x="6245" y="1003"/>
                </a:lnTo>
                <a:lnTo>
                  <a:pt x="4915" y="1739"/>
                </a:lnTo>
                <a:lnTo>
                  <a:pt x="3710" y="2648"/>
                </a:lnTo>
                <a:lnTo>
                  <a:pt x="2649" y="3713"/>
                </a:lnTo>
                <a:lnTo>
                  <a:pt x="1740" y="4915"/>
                </a:lnTo>
                <a:lnTo>
                  <a:pt x="1002" y="6246"/>
                </a:lnTo>
                <a:lnTo>
                  <a:pt x="456" y="7680"/>
                </a:lnTo>
                <a:lnTo>
                  <a:pt x="115" y="9201"/>
                </a:lnTo>
                <a:lnTo>
                  <a:pt x="0" y="10800"/>
                </a:lnTo>
                <a:lnTo>
                  <a:pt x="115" y="12395"/>
                </a:lnTo>
                <a:lnTo>
                  <a:pt x="456" y="13916"/>
                </a:lnTo>
                <a:lnTo>
                  <a:pt x="1002" y="15352"/>
                </a:lnTo>
                <a:lnTo>
                  <a:pt x="1740" y="16679"/>
                </a:lnTo>
                <a:lnTo>
                  <a:pt x="2649" y="17883"/>
                </a:lnTo>
                <a:lnTo>
                  <a:pt x="3710" y="18950"/>
                </a:lnTo>
                <a:lnTo>
                  <a:pt x="4915" y="19857"/>
                </a:lnTo>
                <a:lnTo>
                  <a:pt x="6245" y="20596"/>
                </a:lnTo>
                <a:lnTo>
                  <a:pt x="7681" y="21142"/>
                </a:lnTo>
                <a:lnTo>
                  <a:pt x="9203" y="21481"/>
                </a:lnTo>
                <a:lnTo>
                  <a:pt x="10800" y="21600"/>
                </a:lnTo>
                <a:lnTo>
                  <a:pt x="12391" y="21481"/>
                </a:lnTo>
                <a:lnTo>
                  <a:pt x="13916" y="21142"/>
                </a:lnTo>
                <a:lnTo>
                  <a:pt x="15349" y="20596"/>
                </a:lnTo>
                <a:lnTo>
                  <a:pt x="16680" y="19857"/>
                </a:lnTo>
                <a:lnTo>
                  <a:pt x="17884" y="18950"/>
                </a:lnTo>
                <a:lnTo>
                  <a:pt x="18950" y="17883"/>
                </a:lnTo>
                <a:lnTo>
                  <a:pt x="19858" y="16679"/>
                </a:lnTo>
                <a:lnTo>
                  <a:pt x="20592" y="15352"/>
                </a:lnTo>
                <a:lnTo>
                  <a:pt x="21138" y="13916"/>
                </a:lnTo>
                <a:lnTo>
                  <a:pt x="21482" y="12395"/>
                </a:lnTo>
                <a:lnTo>
                  <a:pt x="21600" y="10800"/>
                </a:lnTo>
                <a:lnTo>
                  <a:pt x="21482" y="9201"/>
                </a:lnTo>
                <a:lnTo>
                  <a:pt x="21138" y="7680"/>
                </a:lnTo>
                <a:lnTo>
                  <a:pt x="20592" y="6246"/>
                </a:lnTo>
                <a:lnTo>
                  <a:pt x="19858" y="4915"/>
                </a:lnTo>
                <a:lnTo>
                  <a:pt x="18950" y="3713"/>
                </a:lnTo>
                <a:lnTo>
                  <a:pt x="17884" y="2648"/>
                </a:lnTo>
                <a:lnTo>
                  <a:pt x="16680" y="1739"/>
                </a:lnTo>
                <a:lnTo>
                  <a:pt x="15349" y="1003"/>
                </a:lnTo>
                <a:lnTo>
                  <a:pt x="13916" y="455"/>
                </a:lnTo>
                <a:lnTo>
                  <a:pt x="12391" y="117"/>
                </a:lnTo>
                <a:lnTo>
                  <a:pt x="108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pic>
        <p:nvPicPr>
          <p:cNvPr id="80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687050" y="6134100"/>
            <a:ext cx="247648" cy="24765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1" name="Text box"/>
          <p:cNvSpPr>
            <a:spLocks noGrp="1"/>
          </p:cNvSpPr>
          <p:nvPr>
            <p:ph type="title"/>
          </p:nvPr>
        </p:nvSpPr>
        <p:spPr>
          <a:xfrm rot="0">
            <a:off x="739774" y="445387"/>
            <a:ext cx="2357120" cy="737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0" cap="none" spc="2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4800" b="1" i="0" u="none" strike="noStrike" kern="0" cap="none" spc="-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G</a:t>
            </a:r>
            <a:r>
              <a:rPr lang="en-US" altLang="zh-CN" sz="4800" b="1" i="0" u="none" strike="noStrike" kern="0" cap="none" spc="-3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480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</a:t>
            </a:r>
            <a:r>
              <a:rPr lang="en-US" altLang="zh-CN" sz="4800" b="1" i="0" u="none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DA</a:t>
            </a:r>
            <a:endParaRPr lang="zh-CN" altLang="en-US" sz="480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82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83" name="Rectangle"/>
          <p:cNvSpPr>
            <a:spLocks/>
          </p:cNvSpPr>
          <p:nvPr/>
        </p:nvSpPr>
        <p:spPr>
          <a:xfrm rot="0">
            <a:off x="2509806" y="1041533"/>
            <a:ext cx="5029200" cy="4806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Problem Statement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Project Overview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End Users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Tools and Technologies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Portfolio design and Layout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Features and Functionality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Results and </a:t>
            </a: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Screenshots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Conclusion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Github</a:t>
            </a:r>
            <a:r>
              <a:rPr lang="en-US" altLang="zh-CN" sz="28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Link</a:t>
            </a: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1996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96" name="Text box"/>
          <p:cNvSpPr>
            <a:spLocks noGrp="1"/>
          </p:cNvSpPr>
          <p:nvPr>
            <p:ph type="title"/>
          </p:nvPr>
        </p:nvSpPr>
        <p:spPr>
          <a:xfrm rot="0">
            <a:off x="304805" y="432182"/>
            <a:ext cx="5791177" cy="6642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727960" algn="l"/>
              </a:tabLst>
            </a:pPr>
            <a:r>
              <a:rPr lang="en-US" altLang="zh-CN" sz="425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</a:t>
            </a:r>
            <a:r>
              <a:rPr lang="en-US" altLang="zh-CN" sz="425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ROB</a:t>
            </a:r>
            <a:r>
              <a:rPr lang="en-US" altLang="zh-CN" sz="4250" b="1" i="0" u="none" strike="noStrike" kern="0" cap="none" spc="5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L</a:t>
            </a:r>
            <a:r>
              <a:rPr lang="en-US" altLang="zh-CN" sz="425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4250" b="1" i="0" u="none" strike="noStrike" kern="0" cap="none" spc="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M</a:t>
            </a:r>
            <a:r>
              <a:rPr lang="en-US" altLang="zh-CN" sz="4250" b="1" i="0" u="none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	</a:t>
            </a:r>
            <a:r>
              <a:rPr lang="en-US" altLang="zh-CN" sz="4250" b="1" i="0" u="none" strike="noStrike" kern="0" cap="none" spc="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S</a:t>
            </a:r>
            <a:r>
              <a:rPr lang="en-US" altLang="zh-CN" sz="4250" b="1" i="0" u="none" strike="noStrike" kern="0" cap="none" spc="-37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</a:t>
            </a:r>
            <a:r>
              <a:rPr lang="en-US" altLang="zh-CN" sz="4250" b="1" i="0" u="none" strike="noStrike" kern="0" cap="none" spc="-37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425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</a:t>
            </a:r>
            <a:r>
              <a:rPr lang="en-US" altLang="zh-CN" sz="4250" b="1" i="0" u="none" strike="noStrike" kern="0" cap="none" spc="-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425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ME</a:t>
            </a:r>
            <a:r>
              <a:rPr lang="en-US" altLang="zh-CN" sz="4250" b="1" i="0" u="none" strike="noStrike" kern="0" cap="none" spc="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NT</a:t>
            </a:r>
            <a:endParaRPr lang="zh-CN" altLang="en-US" sz="425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97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8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99" name="Rectangle" descr="*#TXT_SIGN#*"/>
          <p:cNvSpPr>
            <a:spLocks/>
          </p:cNvSpPr>
          <p:nvPr/>
        </p:nvSpPr>
        <p:spPr>
          <a:xfrm rot="35372">
            <a:off x="339214" y="1304052"/>
            <a:ext cx="11513304" cy="495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Students often struggle to present their academic achievements, skills, and projects in a structured and professional manner. Traditional resumes fail to capture creativity, practical skills, and hands-on experiences, making it difficult for students to stand out in academic or career opportunities. There is a need for a digital portfolio solution that allows students to effectively showcase their competencies, projects, and growth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14235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12" name="Text box"/>
          <p:cNvSpPr>
            <a:spLocks noGrp="1"/>
          </p:cNvSpPr>
          <p:nvPr>
            <p:ph type="title"/>
          </p:nvPr>
        </p:nvSpPr>
        <p:spPr>
          <a:xfrm rot="0">
            <a:off x="739774" y="829626"/>
            <a:ext cx="5263514" cy="6642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642870" algn="l"/>
              </a:tabLst>
            </a:pPr>
            <a:r>
              <a:rPr lang="en-US" altLang="zh-CN" sz="4250" b="1" i="0" u="none" strike="noStrike" kern="0" cap="none" spc="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PROJECT	</a:t>
            </a:r>
            <a:r>
              <a:rPr lang="en-US" altLang="zh-CN" sz="425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OVERVIEW</a:t>
            </a:r>
            <a:endParaRPr lang="zh-CN" altLang="en-US" sz="425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13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4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5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15" name="Rectangle" descr="*#TXT_SIGN#*"/>
          <p:cNvSpPr>
            <a:spLocks/>
          </p:cNvSpPr>
          <p:nvPr/>
        </p:nvSpPr>
        <p:spPr>
          <a:xfrm rot="0">
            <a:off x="1128075" y="1692701"/>
            <a:ext cx="8996165" cy="39528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By developing this portfolio system, students will have a personalized digital identity that goes beyond a traditional CV, enhancing their chances of securing opportunities in competitive environments. It will also provide academic institutions and recruiters with a reliable and holistic view of a student’s potential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5583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28" name="Text box"/>
          <p:cNvSpPr>
            <a:spLocks noGrp="1"/>
          </p:cNvSpPr>
          <p:nvPr>
            <p:ph type="title"/>
          </p:nvPr>
        </p:nvSpPr>
        <p:spPr>
          <a:xfrm rot="0">
            <a:off x="699452" y="891793"/>
            <a:ext cx="5014595" cy="5022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2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</a:t>
            </a:r>
            <a:r>
              <a:rPr lang="en-US" altLang="zh-CN" sz="320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H</a:t>
            </a:r>
            <a:r>
              <a:rPr lang="en-US" altLang="zh-CN" sz="3200" b="1" i="0" u="none" strike="noStrike" kern="0" cap="none" spc="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O</a:t>
            </a:r>
            <a:r>
              <a:rPr lang="en-US" altLang="zh-CN" sz="3200" b="1" i="0" u="none" strike="noStrike" kern="0" cap="none" spc="-23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-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AR</a:t>
            </a:r>
            <a:r>
              <a:rPr lang="en-US" altLang="zh-CN" sz="320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3200" b="1" i="0" u="none" strike="noStrike" kern="0" cap="none" spc="-3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-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</a:t>
            </a:r>
            <a:r>
              <a:rPr lang="en-US" altLang="zh-CN" sz="3200" b="1" i="0" u="none" strike="noStrike" kern="0" cap="none" spc="-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H</a:t>
            </a:r>
            <a:r>
              <a:rPr lang="en-US" altLang="zh-CN" sz="320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3200" b="1" i="0" u="none" strike="noStrike" kern="0" cap="none" spc="-3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3200" b="1" i="0" u="none" strike="noStrike" kern="0" cap="none" spc="3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</a:t>
            </a:r>
            <a:r>
              <a:rPr lang="en-US" altLang="zh-CN" sz="320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D</a:t>
            </a:r>
            <a:r>
              <a:rPr lang="en-US" altLang="zh-CN" sz="3200" b="1" i="0" u="none" strike="noStrike" kern="0" cap="none" spc="-4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3200" b="1" i="0" u="none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U</a:t>
            </a:r>
            <a:r>
              <a:rPr lang="en-US" altLang="zh-CN" sz="3200" b="1" i="0" u="none" strike="noStrike" kern="0" cap="none" spc="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S</a:t>
            </a:r>
            <a:r>
              <a:rPr lang="en-US" altLang="zh-CN" sz="3200" b="1" i="0" u="none" strike="noStrike" kern="0" cap="none" spc="-2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3200" b="1" i="0" u="none" strike="noStrike" kern="0" cap="none" spc="-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</a:t>
            </a:r>
            <a:r>
              <a:rPr lang="en-US" altLang="zh-CN" sz="3200" b="1" i="0" u="none" strike="noStrike" kern="0" cap="none" spc="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S?</a:t>
            </a:r>
            <a:endParaRPr lang="zh-CN" altLang="en-US" sz="320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29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23900" y="6172200"/>
            <a:ext cx="2181225" cy="48577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0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6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31" name="Rectangle" descr="*#TXT_SIGN#*"/>
          <p:cNvSpPr>
            <a:spLocks/>
          </p:cNvSpPr>
          <p:nvPr/>
        </p:nvSpPr>
        <p:spPr>
          <a:xfrm rot="0">
            <a:off x="2509826" y="2216568"/>
            <a:ext cx="6406116" cy="31527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Primary End Users: Students</a:t>
            </a: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Secondary End Users: Employers, recruiters, faculty, mentors, admission officers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281411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44" name="Text box"/>
          <p:cNvSpPr>
            <a:spLocks noGrp="1"/>
          </p:cNvSpPr>
          <p:nvPr>
            <p:ph type="title"/>
          </p:nvPr>
        </p:nvSpPr>
        <p:spPr>
          <a:xfrm rot="0">
            <a:off x="558165" y="857885"/>
            <a:ext cx="9763125" cy="5562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TOOLS AND TECHNIQUES</a:t>
            </a:r>
            <a:endParaRPr lang="zh-CN" altLang="en-US" sz="360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45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6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7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47" name="Rectangle" descr="*#TXT_SIGN#*"/>
          <p:cNvSpPr>
            <a:spLocks/>
          </p:cNvSpPr>
          <p:nvPr/>
        </p:nvSpPr>
        <p:spPr>
          <a:xfrm rot="0">
            <a:off x="1744437" y="1578404"/>
            <a:ext cx="5904701" cy="449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Tools: Programming languages, frameworks, databases, design software, deployment platforms.</a:t>
            </a: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Techniques: Requirement analysis, agile methodology, UI/UX design, responsive design, testing.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8751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160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1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8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62" name="Rectangle"/>
          <p:cNvSpPr>
            <a:spLocks/>
          </p:cNvSpPr>
          <p:nvPr/>
        </p:nvSpPr>
        <p:spPr>
          <a:xfrm rot="0">
            <a:off x="739774" y="291147"/>
            <a:ext cx="8794750" cy="6134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POTFOLIO DESIGN AND LAYOUT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63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666849" y="1269033"/>
            <a:ext cx="2781050" cy="519844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4" name="Rectangle" descr="*#TXT_SIGN#*"/>
          <p:cNvSpPr>
            <a:spLocks/>
          </p:cNvSpPr>
          <p:nvPr/>
        </p:nvSpPr>
        <p:spPr>
          <a:xfrm rot="0">
            <a:off x="5137149" y="1216459"/>
            <a:ext cx="3838807" cy="45243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A well-designed portfolio layout ensures clarity, professionalism, and impact while making it easy for recruiters and mentors to quickly assess a student’s strengths.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6378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box"/>
          <p:cNvSpPr>
            <a:spLocks noGrp="1"/>
          </p:cNvSpPr>
          <p:nvPr>
            <p:ph type="title"/>
          </p:nvPr>
        </p:nvSpPr>
        <p:spPr>
          <a:xfrm rot="0">
            <a:off x="755332" y="385444"/>
            <a:ext cx="10681335" cy="878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FEATURES AND FUNCTIONALITY</a:t>
            </a:r>
            <a:endParaRPr lang="zh-CN" altLang="en-US" sz="480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77" name="Rectangle" descr="*#TXT_SIGN#*"/>
          <p:cNvSpPr>
            <a:spLocks/>
          </p:cNvSpPr>
          <p:nvPr/>
        </p:nvSpPr>
        <p:spPr>
          <a:xfrm rot="0">
            <a:off x="1848063" y="1730802"/>
            <a:ext cx="5831911" cy="39528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Features = What’s inside (profile, skills, projects, achievements, etc.).</a:t>
            </a: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Functionalities = What users can do (create, edit, share, export, search).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42577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90" name="Text box"/>
          <p:cNvSpPr>
            <a:spLocks noGrp="1"/>
          </p:cNvSpPr>
          <p:nvPr>
            <p:ph type="title"/>
          </p:nvPr>
        </p:nvSpPr>
        <p:spPr>
          <a:xfrm rot="0">
            <a:off x="739774" y="654938"/>
            <a:ext cx="8480425" cy="6642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1" i="0" u="none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RESULTS AND SCREENSHOTS</a:t>
            </a:r>
            <a:endParaRPr lang="zh-CN" altLang="en-US" sz="425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91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10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92" name="Rectangle"/>
          <p:cNvSpPr>
            <a:spLocks/>
          </p:cNvSpPr>
          <p:nvPr/>
        </p:nvSpPr>
        <p:spPr>
          <a:xfrm rot="0">
            <a:off x="2743200" y="2354703"/>
            <a:ext cx="8534019" cy="9486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  <p:pic>
        <p:nvPicPr>
          <p:cNvPr id="193" name="Image"/>
          <p:cNvPicPr>
            <a:picLocks noChangeAspect="1"/>
          </p:cNvPicPr>
          <p:nvPr/>
        </p:nvPicPr>
        <p:blipFill>
          <a:blip r:embed="rId1" cstate="print"/>
          <a:srcRect t="4571" b="10675"/>
          <a:stretch>
            <a:fillRect/>
          </a:stretch>
        </p:blipFill>
        <p:spPr>
          <a:xfrm rot="0">
            <a:off x="4339399" y="1720585"/>
            <a:ext cx="4553946" cy="465495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5483671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r:id="rId1">
            <p14:nvContentPartPr>
              <p14:cNvPr id="205" name="Object"/>
              <p14:cNvContentPartPr>
                <a14:cpLocks xmlns:a14="http://schemas.microsoft.com/office/drawing/2010/main" noSelect="1" noChangeArrowheads="1"/>
              </p14:cNvContentPartPr>
              <p14:nvPr/>
            </p14:nvContentPartPr>
            <p14:xfrm>
              <a:off x="6675903" y="3474021"/>
              <a:ext cx="71841" cy="71841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r:id="rId2">
            <p14:nvContentPartPr>
              <p14:cNvPr id="206" name="Object"/>
              <p14:cNvContentPartPr>
                <a14:cpLocks xmlns:a14="http://schemas.microsoft.com/office/drawing/2010/main" noSelect="1" noChangeArrowheads="1"/>
              </p14:cNvContentPartPr>
              <p14:nvPr/>
            </p14:nvContentPartPr>
            <p14:xfrm>
              <a:off x="4392489" y="2887221"/>
              <a:ext cx="71841" cy="71841"/>
            </p14:xfrm>
          </p:contentPart>
        </mc:Choice>
        <mc:Fallback/>
      </mc:AlternateContent>
      <p:sp>
        <p:nvSpPr>
          <p:cNvPr id="207" name="Rectangle" descr="*#TXT_SIGN#*"/>
          <p:cNvSpPr>
            <a:spLocks/>
          </p:cNvSpPr>
          <p:nvPr/>
        </p:nvSpPr>
        <p:spPr>
          <a:xfrm rot="0">
            <a:off x="332689" y="263974"/>
            <a:ext cx="4592340" cy="12477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0" baseline="0">
                <a:solidFill>
                  <a:srgbClr val="5D89F2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About Me </a:t>
            </a:r>
            <a:endParaRPr lang="zh-CN" altLang="en-US" sz="7200" b="0" i="0" u="none" strike="noStrike" kern="1200" cap="none" spc="0" baseline="0">
              <a:solidFill>
                <a:srgbClr val="5D89F2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08" name="Rectangle" descr="*#TXT_SIGN#*"/>
          <p:cNvSpPr>
            <a:spLocks/>
          </p:cNvSpPr>
          <p:nvPr/>
        </p:nvSpPr>
        <p:spPr>
          <a:xfrm flipH="1" rot="21600000">
            <a:off x="894685" y="1473629"/>
            <a:ext cx="9652391" cy="19526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 am studying in the computer science department, Puratchi Thalaivi Amma Govt Arts and Science College, Palladam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09" name="Rectangle" descr="*#TXT_SIGN#*"/>
          <p:cNvSpPr>
            <a:spLocks/>
          </p:cNvSpPr>
          <p:nvPr/>
        </p:nvSpPr>
        <p:spPr>
          <a:xfrm rot="0">
            <a:off x="5648918" y="2978558"/>
            <a:ext cx="2743157" cy="419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0" name="Rectangle" descr="*#TXT_SIGN#*"/>
          <p:cNvSpPr>
            <a:spLocks/>
          </p:cNvSpPr>
          <p:nvPr/>
        </p:nvSpPr>
        <p:spPr>
          <a:xfrm rot="0">
            <a:off x="332689" y="3473850"/>
            <a:ext cx="4592340" cy="971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1200" cap="none" spc="0" baseline="0">
                <a:solidFill>
                  <a:srgbClr val="0066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Certificates</a:t>
            </a:r>
            <a:endParaRPr lang="zh-CN" altLang="en-US" sz="6800" b="0" i="0" u="none" strike="noStrike" kern="1200" cap="none" spc="0" baseline="0">
              <a:solidFill>
                <a:srgbClr val="0066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pic>
        <p:nvPicPr>
          <p:cNvPr id="211" name="Image"/>
          <p:cNvPicPr>
            <a:picLocks noChangeAspect="1"/>
          </p:cNvPicPr>
          <p:nvPr/>
        </p:nvPicPr>
        <p:blipFill>
          <a:blip r:embed="rId3" cstate="print"/>
          <a:srcRect t="66000" b="26935" r="24732"/>
          <a:stretch>
            <a:fillRect/>
          </a:stretch>
        </p:blipFill>
        <p:spPr>
          <a:xfrm rot="0">
            <a:off x="2650321" y="4515478"/>
            <a:ext cx="6141118" cy="150548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6570380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" descr="*#TXT_SIGN#*"/>
          <p:cNvSpPr>
            <a:spLocks/>
          </p:cNvSpPr>
          <p:nvPr/>
        </p:nvSpPr>
        <p:spPr>
          <a:xfrm rot="0">
            <a:off x="5648918" y="2978558"/>
            <a:ext cx="2743157" cy="419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3" name="Text box" descr="*#TXT_SIGN#*"/>
          <p:cNvSpPr txBox="1">
            <a:spLocks/>
          </p:cNvSpPr>
          <p:nvPr/>
        </p:nvSpPr>
        <p:spPr>
          <a:xfrm rot="0">
            <a:off x="400724" y="225874"/>
            <a:ext cx="4975287" cy="12477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0" baseline="0">
                <a:solidFill>
                  <a:srgbClr val="5D89F2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Education</a:t>
            </a:r>
            <a:endParaRPr lang="zh-CN" altLang="en-US" sz="8000" b="0" i="0" u="none" strike="noStrike" kern="1200" cap="none" spc="0" baseline="0">
              <a:solidFill>
                <a:srgbClr val="5D89F2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64" name="Text box" descr="*#TXT_SIGN#*"/>
          <p:cNvSpPr txBox="1">
            <a:spLocks/>
          </p:cNvSpPr>
          <p:nvPr/>
        </p:nvSpPr>
        <p:spPr>
          <a:xfrm rot="0">
            <a:off x="1143750" y="1540304"/>
            <a:ext cx="6563675" cy="14382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SSLC:GBHSS valasaiyur- selam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Plus Two: GBHSS valasaiyur- selam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BSC CS: PTA GASC Palladam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65" name="Text box" descr="*#TXT_SIGN#*"/>
          <p:cNvSpPr txBox="1">
            <a:spLocks/>
          </p:cNvSpPr>
          <p:nvPr/>
        </p:nvSpPr>
        <p:spPr>
          <a:xfrm rot="0">
            <a:off x="400724" y="2988083"/>
            <a:ext cx="3751305" cy="971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1200" cap="none" spc="0" baseline="0">
                <a:solidFill>
                  <a:srgbClr val="5D89F2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Skills</a:t>
            </a:r>
            <a:endParaRPr lang="zh-CN" altLang="en-US" sz="6000" b="0" i="0" u="none" strike="noStrike" kern="1200" cap="none" spc="0" baseline="0">
              <a:solidFill>
                <a:srgbClr val="5D89F2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66" name="Text box" descr="*#TXT_SIGN#*"/>
          <p:cNvSpPr txBox="1">
            <a:spLocks/>
          </p:cNvSpPr>
          <p:nvPr/>
        </p:nvSpPr>
        <p:spPr>
          <a:xfrm rot="0">
            <a:off x="1468733" y="3959618"/>
            <a:ext cx="6563675" cy="23241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•C p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rogram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•P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ython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•C++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program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•Java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Web Development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JavaScript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2475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box" descr="*#TXT_SIGN#*"/>
          <p:cNvSpPr txBox="1">
            <a:spLocks/>
          </p:cNvSpPr>
          <p:nvPr/>
        </p:nvSpPr>
        <p:spPr>
          <a:xfrm rot="0">
            <a:off x="656535" y="530670"/>
            <a:ext cx="3088250" cy="10572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rgbClr val="5D89F2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contact</a:t>
            </a:r>
            <a:endParaRPr lang="zh-CN" altLang="en-US" sz="6600" b="0" i="0" u="none" strike="noStrike" kern="1200" cap="none" spc="0" baseline="0">
              <a:solidFill>
                <a:srgbClr val="5D89F2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pic>
        <p:nvPicPr>
          <p:cNvPr id="270" name="Image"/>
          <p:cNvPicPr>
            <a:picLocks noChangeAspect="1"/>
          </p:cNvPicPr>
          <p:nvPr/>
        </p:nvPicPr>
        <p:blipFill>
          <a:blip r:embed="rId1" cstate="print"/>
          <a:srcRect t="66035" b="19904" r="-1610"/>
          <a:stretch>
            <a:fillRect/>
          </a:stretch>
        </p:blipFill>
        <p:spPr>
          <a:xfrm rot="0">
            <a:off x="2714583" y="3913118"/>
            <a:ext cx="2853050" cy="88386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0299649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42" name="Text box"/>
          <p:cNvSpPr>
            <a:spLocks noGrp="1"/>
          </p:cNvSpPr>
          <p:nvPr>
            <p:ph type="title"/>
          </p:nvPr>
        </p:nvSpPr>
        <p:spPr>
          <a:xfrm rot="0">
            <a:off x="755332" y="385444"/>
            <a:ext cx="4578668" cy="7372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CONCLUSION</a:t>
            </a:r>
            <a:endParaRPr lang="zh-CN" altLang="en-US" sz="4800" b="1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43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14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44" name="Rectangle" descr="*#TXT_SIGN#*"/>
          <p:cNvSpPr>
            <a:spLocks/>
          </p:cNvSpPr>
          <p:nvPr/>
        </p:nvSpPr>
        <p:spPr>
          <a:xfrm rot="0">
            <a:off x="1666874" y="1730802"/>
            <a:ext cx="8249017" cy="45243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 development of the portfolio project successfully achieved its goal of creating a professional. user-friendly, and visually appealing platform to showcase skills, projects, and experiences. The responsive design ensures accessibility across various devices, while the integration of multimedia elements and third-party links enhances the portfolio's effectiveness and reach.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05942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933265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春天">
  <a:themeElements>
    <a:clrScheme name="春天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99CC00"/>
      </a:folHlink>
    </a:clrScheme>
    <a:fontScheme name="春天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春天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131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Mobile phone user</cp:lastModifiedBy>
  <cp:revision>0</cp:revision>
  <dcterms:created xsi:type="dcterms:W3CDTF">2024-03-29T04:07:22Z</dcterms:created>
  <dcterms:modified xsi:type="dcterms:W3CDTF">2025-08-26T04:54:04Z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2024-03-20T16:00:00Z</vt:filetime>
  </property>
  <property fmtid="{D5CDD505-2E9C-101B-9397-08002B2CF9AE}" pid="3" name="LastSaved">
    <vt:filetime>2024-03-28T16:00:00Z</vt:filetime>
  </property>
  <property fmtid="{D5CDD505-2E9C-101B-9397-08002B2CF9AE}" pid="4" name="ICV">
    <vt:lpwstr>3fd4bff47dbe4802916467a40c3aa1c3</vt:lpwstr>
  </property>
</Properties>
</file>